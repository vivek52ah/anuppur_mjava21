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74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80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25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4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4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10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3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9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56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99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675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4E509-A390-41A8-A0CA-E74899814024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E8F72-6648-4616-AB55-63922A943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33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04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2023-09-06T10:19:06Z</dcterms:created>
  <dcterms:modified xsi:type="dcterms:W3CDTF">2023-09-06T10:19:34Z</dcterms:modified>
</cp:coreProperties>
</file>